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dformat_unzip/ppt/media/image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0" y="384048"/>
            <a:ext cx="96012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379476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Red NAS Drives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320040" y="4736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Campaign Landing Page Design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6236208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94192" y="6236208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6446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Team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13648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971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63040" y="3218688"/>
            <a:ext cx="10058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520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Structure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Objective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Educate first, then capture qualified leads for dealer or channel partner follow-up.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32461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8529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3163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NAS feel familiar: a personal digital home for photos, videos, office files, CCTV and team backups.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2697480"/>
            <a:ext cx="324612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8529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role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008" y="3163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WD Red as the drive built for NAS: always-on access, sharing, backup and scalable storage.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83880" y="2697480"/>
            <a:ext cx="324612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8529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goal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5048" y="31638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use case, city, capacity need and purchase timeline. Route leads to the right dealer or partner.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page 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3317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9319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NAS?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5321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1323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7325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Red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0332720" y="4800600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78440" y="496519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Form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960120" y="587044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Tone: no heavy jargon. Use familiar words: home, cupboard, ownership, backup, sharing and peace of mind.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Hero Section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screen should define the problem and promise one simple solution.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5257800" cy="3246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Deserves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Safe Home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searching across phones, laptops, cloud accounts and old drives. Bring everything together with a NAS powered by WD 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5120640"/>
            <a:ext cx="1417320" cy="34747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52303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NAS Advice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5120640"/>
            <a:ext cx="14173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52303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NAS Basics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12080" cy="3246120"/>
          </a:xfrm>
          <a:prstGeom prst="rect">
            <a:avLst/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816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visual idea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scattered devices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• Laptop • Cloud • Old HDD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one NAS box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• Videos • Office files • CCTV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Close: “Everything in one place.”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What is NAS?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simple metaphor before the technical definition.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NAS as your personal digital cupboard.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central place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files from phones, laptops, cameras and office PCs.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from devices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library from home or office devices.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446520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storage sits in your own network.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235440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capacity as your data grows.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280160" y="5257800"/>
            <a:ext cx="960120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5413248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definition: NAS is a storage box connected to your network, so everyone authorized can store, share and back up files from one place.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How NAS Helps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benefits feel practical for families, creators and small businesses.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without confusion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important files in one organized location.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547872"/>
            <a:ext cx="30175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743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without sending again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or team members access the same files.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3547872"/>
            <a:ext cx="30175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743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without starting over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063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storage as needs increase.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3547872"/>
            <a:ext cx="30175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your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dependence on recurring cloud storage.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782312"/>
            <a:ext cx="30175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977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what matters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42976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memories, client work, invoices and CCTV.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4782312"/>
            <a:ext cx="30175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977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everyday access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0" y="42976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stays available whenever your devices need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782312"/>
            <a:ext cx="30175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How to Set It Up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setup simple enough for first-time buyers and dealer conversations.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64208" y="2898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NAS box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64208" y="33101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NAS based on family, creator, office or CCTV use.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58968" y="2898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WD Red drives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58968" y="33101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WD Red drives designed for NAS environments.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53728" y="2898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and start backup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53728" y="33101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your router/network, create users and start backup/share folders.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983480"/>
            <a:ext cx="1001268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17550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support message: “We will help you select, install and understand the right NAS setup for your data.”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Why WD Red?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product proof light: technical details translated into customer language.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NAS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24/7 NAS operation, not just occasional desktop use.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149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55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to work together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355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for NAS systems and multi-drive environments.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767328"/>
            <a:ext cx="10149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14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needs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40142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Red Plus and Pro ranges support growing home office, creator and business use.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425696"/>
            <a:ext cx="10149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72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proof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6725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ratings, warranty and NAS design give confidence for long-term storage.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084064"/>
            <a:ext cx="101498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product block: WD Red Plus for home offices, power users and small to medium businesses. WD Red Pro for creative pros and medium to large businesses.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36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01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 CONFIDENTIAL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60920" y="20116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WESTERN DIGITAL CORPORATION OR ITS AFFILIATES. ALL RIGHTS RESERVED.</a:t>
            </a:r>
            <a:endParaRPr lang="en-US" sz="68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Lead Generation Module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21579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intent without making the page feel like a hard-sell form.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right NAS recommendation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you store. We will help you choose the right NAS and WD Red drive setup.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2560320" cy="310896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0390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749040" y="3703320"/>
            <a:ext cx="2560320" cy="310896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80390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/ Email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2560320" cy="310896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0682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3749040" y="4206240"/>
            <a:ext cx="2560320" cy="310896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430682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Family / Creator / Office / CCTV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822960" y="4709160"/>
            <a:ext cx="2560320" cy="310896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0974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need: 2TB / 4TB / 8TB+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3749040" y="4709160"/>
            <a:ext cx="2560320" cy="310896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80974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timeline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22960" y="5394960"/>
            <a:ext cx="2011680" cy="384048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2297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Callback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606040"/>
            <a:ext cx="4663440" cy="3337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routing logic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342900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Family / personal: nearby IT retailer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Creator / studio: NAS-trained partner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/ SMB: system integrator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CCTV: surveillance channel partner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message: “Here is the simplest NAS setup for your use case.”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dformat_unzip/ppt/media/image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7640" y="2743200"/>
            <a:ext cx="4023360" cy="1298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Adsyndicate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WD Red NAS campaign</dc:subject>
  <dc:creator>OpenAI</dc:creator>
  <cp:lastModifiedBy>OpenAI</cp:lastModifiedBy>
  <cp:revision>1</cp:revision>
  <dcterms:created xsi:type="dcterms:W3CDTF">2026-08-05T08:08:13Z</dcterms:created>
  <dcterms:modified xsi:type="dcterms:W3CDTF">2026-08-05T08:08:13Z</dcterms:modified>
</cp:coreProperties>
</file>